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00000"/>
                </a:solidFill>
              </a:rPr>
              <a:t>Jensens Alpha – 3 Jahre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</a:rPr>
              <a:t>Anbieter: Union Investment + Quoniam    |    Kategorie: Global Large-Cap Blend Equity</a:t>
            </a:r>
          </a:p>
          <a:p>
            <a:r>
              <a:rPr sz="1600" b="0">
                <a:solidFill>
                  <a:srgbClr val="555555"/>
                </a:solidFill>
              </a:rPr>
              <a:t>19 Fonds    |    Datenquelle: Morningstar    |    Stand: 2026-05-30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88888"/>
                </a:solidFill>
              </a:rPr>
              <a:t>Höhere Werte = besser. Ranking absteigend.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0000"/>
                </a:solidFill>
              </a:rPr>
              <a:t>Jensens Alpha – 3 Jahre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978640" cy="694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6766560"/>
                <a:gridCol w="25603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T="12700" marB="12700"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Fonds</a:t>
                      </a:r>
                    </a:p>
                  </a:txBody>
                  <a:tcPr marT="12700" marB="12700"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Anbieter</a:t>
                      </a:r>
                    </a:p>
                  </a:txBody>
                  <a:tcPr marT="12700" marB="12700"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</a:rPr>
                        <a:t>Jensens Alpha (3 Jahre)</a:t>
                      </a:r>
                    </a:p>
                  </a:txBody>
                  <a:tcPr marT="12700" marB="12700">
                    <a:solidFill>
                      <a:srgbClr val="2020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UniFavorit: Aktien I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-0.027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Quoniam Fds Sel Glbl Eqs MnRsk USD I acc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4E79"/>
                          </a:solidFill>
                        </a:rPr>
                        <a:t>Quoniam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-0.341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UniFavorit: Aktien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-0.580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4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UniFavorit: Aktien -net-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-0.933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5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KCD-Union ESG AKTIEN I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-1.623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6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UniMarktführer A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-1.689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7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UniMarktführer -net- 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-2.005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8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UniGlobal I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-2.010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9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KCD-Union ESG AKTIEN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-2.327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10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UniGlobal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-2.513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11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UniGlobal II A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-2.697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12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Invest Global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-2.746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13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UniGlobal -net-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-3.054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14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Uni21.Jahrhundert -net-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-3.489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15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UniGlobal Vorsorge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-4.176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16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UniInstitutional Global Equities Conc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-4.443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17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UniESG Aktien Global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-5.302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18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UniESG Aktien Global I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-5.306</a:t>
                      </a:r>
                    </a:p>
                  </a:txBody>
                  <a:tcPr marT="12700" marB="127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0000"/>
                </a:solidFill>
              </a:rPr>
              <a:t>Jensens Alpha – 3 Jahre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9786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6766560"/>
                <a:gridCol w="25603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Rang</a:t>
                      </a:r>
                    </a:p>
                  </a:txBody>
                  <a:tcPr marT="12700" marB="12700"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Fonds</a:t>
                      </a:r>
                    </a:p>
                  </a:txBody>
                  <a:tcPr marT="12700" marB="12700"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Anbieter</a:t>
                      </a:r>
                    </a:p>
                  </a:txBody>
                  <a:tcPr marT="12700" marB="12700">
                    <a:solidFill>
                      <a:srgbClr val="20202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</a:rPr>
                        <a:t>Jensens Alpha (3 Jahre)</a:t>
                      </a:r>
                    </a:p>
                  </a:txBody>
                  <a:tcPr marT="12700" marB="12700">
                    <a:solidFill>
                      <a:srgbClr val="2020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02020"/>
                          </a:solidFill>
                        </a:rPr>
                        <a:t>19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02020"/>
                          </a:solidFill>
                        </a:rPr>
                        <a:t>UniESG Aktien Global -net-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3000F"/>
                          </a:solidFill>
                        </a:rPr>
                        <a:t>Union Investment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02020"/>
                          </a:solidFill>
                        </a:rPr>
                        <a:t>-5.653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