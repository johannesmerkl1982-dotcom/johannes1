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0000"/>
                </a:solidFill>
              </a:rPr>
              <a:t>Sortino Ratio – 3 Jahre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Anbieter: Union Investment + Quoniam    |    Kategorie: Global Large-Cap Blend Equity</a:t>
            </a:r>
          </a:p>
          <a:p>
            <a:r>
              <a:rPr sz="1600" b="0">
                <a:solidFill>
                  <a:srgbClr val="555555"/>
                </a:solidFill>
              </a:rPr>
              <a:t>19 Fonds    |    Datenquelle: Morningstar    |    Stand: 2026-05-30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</a:rPr>
              <a:t>Höhere Werte = besser. Ranking absteigend.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0000"/>
                </a:solidFill>
              </a:rPr>
              <a:t>Sortino Ratio – 3 Jahre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97864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766560"/>
                <a:gridCol w="2560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Fonds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Anbieter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Sortino Ratio (3 Jahre)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UniFavorit: Aktien 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2.013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UniFavorit: Aktien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1.920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UniFavorit: Aktien -net-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1.862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UniMarktführer A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1.668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1.655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UniMarktführer -net- A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1.618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1.578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KCD-Union ESG AKTIEN I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1.572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II 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1.556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Invest Global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1.551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-net-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1.501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Quoniam Fds Sel Glbl Eqs MnRsk USD I acc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</a:rPr>
                        <a:t>Quoniam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1.498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KCD-Union ESG AKTIEN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1.464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Uni21.Jahrhundert -net-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1.429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Vorsorge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1.282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UniInstitutional Global Equities Conc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1.281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UniESG Aktien Global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1.143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UniESG Aktien Global I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1.142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0000"/>
                </a:solidFill>
              </a:rPr>
              <a:t>Sortino Ratio – 3 Jahre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9786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766560"/>
                <a:gridCol w="2560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Fonds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Anbieter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Sortino Ratio (3 Jahre)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UniESG Aktien Global -net-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1.094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